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3D3"/>
    <a:srgbClr val="F3C91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75" d="100"/>
          <a:sy n="75" d="100"/>
        </p:scale>
        <p:origin x="82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2D143-3CA6-4768-B484-B9101D65E8DE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7951E-FCFE-402D-AF08-2B292534C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6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pivotTable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66cb341-61c9-44f5-95a0-d8b4f5008418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66cb341-61c9-44f5-95a0-d8b4f5008418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66cb341-61c9-44f5-95a0-d8b4f5008418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66cb341-61c9-44f5-95a0-d8b4f5008418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5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Final_Exam_Project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3/8/2025 4:23:09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3/8/2025 4:14:34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1F343C-0D2D-00B7-C8D8-5A1E80E3BED5}"/>
              </a:ext>
            </a:extLst>
          </p:cNvPr>
          <p:cNvSpPr txBox="1"/>
          <p:nvPr/>
        </p:nvSpPr>
        <p:spPr>
          <a:xfrm>
            <a:off x="810584" y="4246090"/>
            <a:ext cx="24922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D3D3D3"/>
                </a:solidFill>
              </a:rPr>
              <a:t>Team Member</a:t>
            </a:r>
            <a:r>
              <a:rPr lang="en-US" sz="2000" dirty="0">
                <a:solidFill>
                  <a:srgbClr val="D3D3D3"/>
                </a:solidFill>
              </a:rPr>
              <a:t>:</a:t>
            </a:r>
            <a:br>
              <a:rPr lang="en-US" sz="2000" dirty="0">
                <a:solidFill>
                  <a:srgbClr val="D3D3D3"/>
                </a:solidFill>
              </a:rPr>
            </a:br>
            <a:r>
              <a:rPr lang="en-US" sz="2000" dirty="0">
                <a:solidFill>
                  <a:srgbClr val="D3D3D3"/>
                </a:solidFill>
              </a:rPr>
              <a:t>Sujeeth Parikipandla</a:t>
            </a:r>
            <a:endParaRPr lang="en-IN" sz="2000" dirty="0">
              <a:solidFill>
                <a:srgbClr val="D3D3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 ,card ,card ,clusteredBarChart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pie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Performance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ivotTable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Insights &amp; Advanced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85</Words>
  <Application>Microsoft Office PowerPoint</Application>
  <PresentationFormat>Widescreen</PresentationFormat>
  <Paragraphs>34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Final_Exam_Project</vt:lpstr>
      <vt:lpstr>Summary Dashboard</vt:lpstr>
      <vt:lpstr>Stock Performance Analysis</vt:lpstr>
      <vt:lpstr>Market Insights &amp; Advanced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Sujeeth Parikipandla</cp:lastModifiedBy>
  <cp:revision>5</cp:revision>
  <dcterms:created xsi:type="dcterms:W3CDTF">2016-09-04T11:54:55Z</dcterms:created>
  <dcterms:modified xsi:type="dcterms:W3CDTF">2025-03-08T04:33:09Z</dcterms:modified>
</cp:coreProperties>
</file>